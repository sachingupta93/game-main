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-372" y="-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A0A1A"/>
                </a:solidFill>
              </a:rPr>
              <a:t>Fantasy Quest: Aptitude Adventure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3333"/>
                </a:solidFill>
              </a:rPr>
              <a:t>A Gamified Learning Experience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</a:rPr>
              <a:t>Presented by: Game Development Team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Presentation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1. Game Concept &amp; Vision
2. The Storyline
3. Characters &amp; Lore
4. Core Game Mechanics
5. Features &amp; Power-ups
6. Technical Architecture
7. Design &amp; UI/UX
8. Future Roadmap
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Game Concept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What is Fantasy Quest?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Genre: Educational RPG / Trivia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Platform: Web Browser (Responsive)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Objective: Combine learning with engaging gameplay mechanics to make studying fun.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Target Audience: Students preparing for aptitude tests, coding interviews, and general knowledge enthusiasts.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</a:rPr>
              <a:t>The Story: The Legend of Garuddwar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A Kingdom in Peril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The peaceful village of Garuddwar has been attacked by the ancient dragon Nagshakthi. The beast has kidnapped the Princess and taken her to its lair deep within the Sky Kingdom.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The Weapon of Choice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Knowledge is Power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Swords and arrows cannot pierce the dragon's hide.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Only correct answers to aptitude questions can weaken Nagshakthi.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The Hero must prove their intellect across 7 distinct levels to defeat the beast.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Characters: The Hero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The Player Avatar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Represents the user embarking on a quest for knowledge.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Equipped with the Sword of Intellect and Shield of Wisdom.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Can customize their name at the start of the journey.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Gains power and confidence with every correct answer.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</a:rPr>
              <a:t>Characters: Nagshakthi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The Dragon Boss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Nagshakthi is a formidable foe that guards each level.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Attacks the player when they answer incorrectly.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Has powerful 'Fire Breath' and 'Special Beam' attacks.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Its health is directly tied to the remaining questions in the level.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A500"/>
                </a:solidFill>
              </a:rPr>
              <a:t>Characters: Master Roshi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The Wise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A legendary sage who offers guidance to the hero.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Provides hints when the player is stuck.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Offers motivational quotes during streaks.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Scolds the player gently for careless mistakes, encouraging focus.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Core Gameplay Mechanics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Turn-Based Quiz Combat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Question Phase: Player is presented with an aptitude question.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Action Phase: Answering correctly deals damage to the dragon (progression).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Reaction Phase: Answering incorrectly causes the dragon to attack (lose a life).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Timer Phase: Players have a limited time (base 15s) to answer.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The Timer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Adding Urgency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Base Time: Starts at 15 seconds per question.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Scaling Difficulty: Time increases slightly with higher levels to account for complexity.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Timeout Penalty: If time runs out, it's an immediate 'Game Over' (high stakes).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Visual Cues: Timer ring turns red when critical (&lt; 5s).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143C"/>
                </a:solidFill>
              </a:rPr>
              <a:t>Lives &amp; Health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Survival Mechanics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The Hero starts with 3 Hearts (Lives).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Wrong answers deduct 1 Heart.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Losing all hearts results in a 'Game Over'.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Players must balance speed with accuracy to preserve health.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</a:rPr>
              <a:t>Unique Features: Power-ups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Strategic Advantages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Random Drops: Power-ups (Extra Time, Free Hint) drop randomly (30% chance) on correct answers.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Extra Time (+5s): Adds 5 seconds to the current timer.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Free Hint: Reveals a hint without the usual penalty.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Inventory: Power-ups are stored in the HUD for later use.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Unique Features: Streak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Rewarding Consistency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Consecutive Correct Answers build a streak.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3-Streak Reward: Grants the 'Shield of Knowledge' (blocks one attack).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4-Streak Reward: Grants a 'Magic Key' (Subway Surfers style extra life).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Critical Hits: Answering very quickly deals double damage/points.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8B22"/>
                </a:solidFill>
              </a:rPr>
              <a:t>Level Progression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Journey Through Realms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The game features 7 distinct levels/rooms.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Environments: Forest -&gt; Cave -&gt; Castle -&gt; Mountain -&gt; Desert -&gt; Ocean -&gt; Sky.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Dynamic Backgrounds: The background changes with each level to reflect the journey.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Princess Gifts: Completing levels awards gifts (Golden Rose, Diamond Tiara) to collect.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Technical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Modern Web Technologies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Frontend Framework: React 19 (Component-based UI)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Build Tool: Vite (Fast HMR and bundling)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Language: JavaScript (ES6+)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Styling: Vanilla CSS3 (Variables, Animations, Flexbox/Grid)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Audio: Web Audio API (Synthesized sound effects in pure JS)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Organized &amp; Scalable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src/components: Reusable UI blocks (GameScreen, HUD, QuestionCard).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src/hooks: Custom logic extraction (useTimer, useSound).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src/data: Static content (questions.js, quotes.js).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src/assets: Images and media 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Key Component: GameScreen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The Brain of the Operation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Manages global game state (Score, Level, Lives, Status).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Handles game loop logic (Question Generation -&gt; Answer Check -&gt; Transition).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Coordinates animations and sound effects.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Orchestrates sub-components like HUD and Battle Arena.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Key Component: HUD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Heads-Up Display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Provides real-time feedback to the player.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Visualizes the Timer (SVG Ring Animation).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Displays Score, Level, and Current Room.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Shows Power-up inventory and Control buttons (Pause, Mute).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Key Component: QuestionCard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The Interaction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Renders the current question and options.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Handles user clicks and selection states.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Displays feedback (Correct/Incorrect animations).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Includes the Hint UI bubble.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00080"/>
                </a:solidFill>
              </a:rPr>
              <a:t>Custom Hook: useTimer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Time Management Logic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Encapsulates all timer-related logic (Start, Stop, Pause, Reset).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Uses `setInterval` and `useRef` to maintain accurate time tracking.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Handles callback execution on timeout.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Promotes code reusability and separation of concerns.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00080"/>
                </a:solidFill>
              </a:rPr>
              <a:t>The Audio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Web Audio API Synthesis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Instead of loading heavy MP3 files, we synthesize sounds in real-time.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Oscillators generate waves (Sine, Square, Sawtooth) for effects.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Effects include: Correct (Chime), Wrong (Buzz), Victory (Fanfare), and ambient music.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Benefits: Zero load time, tiny bundle size, dynamic pitch control.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Data: Questions &amp; Logic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The Knowledge 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questions.js: Central repository of categorized questions (Coding, Maths, Logic).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Randomization: Questions are shuffled and served dynamically.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Difficulty Tiers: Questions have difficulty ratings (1-3) to scale challenge.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Scalable: Easy to add new categories or questions without code changes.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9B4"/>
                </a:solidFill>
              </a:rPr>
              <a:t>UI/UX &amp; Design Philosophy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Immersive &amp; Premium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Glassmorphism: Translucent UI elements for a modern feel.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Animations: CSS keyframes for entrances, attacks, and particle effects.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Responsive Design: Adapts to different screen sizes.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Visual Feedback: Screen shake on damage, confetti on victory.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Conclusion &amp; Future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What's Next?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Leaderboards: Global high scores.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Multiplayer Mode: 1v1 Battles.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More Content: New question packs and storylines.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Mobile App: React Native port.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6B3"/>
                </a:solidFill>
              </a:rPr>
              <a:t>Gameplay Flow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How the Game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828800" cy="914400"/>
          </a:xfrm>
          <a:prstGeom prst="rect">
            <a:avLst/>
          </a:prstGeom>
          <a:solidFill>
            <a:srgbClr val="E1F5FE"/>
          </a:solidFill>
          <a:ln w="12700">
            <a:solidFill>
              <a:srgbClr val="03A9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Start Game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(Select Name)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2651760"/>
            <a:ext cx="73152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2286000"/>
            <a:ext cx="182880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Level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(Forest Room)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2651760"/>
            <a:ext cx="731520" cy="18288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286000"/>
            <a:ext cx="182880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Battle Logic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(Q -&gt; A -&gt; 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3291840"/>
            <a:ext cx="182880" cy="73152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114800"/>
            <a:ext cx="182880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4114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Outcome: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Win / Game Over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69B4"/>
                </a:solidFill>
              </a:rPr>
              <a:t>Visual </a:t>
            </a:r>
            <a:r>
              <a:rPr lang="en-US" sz="3200" b="1" dirty="0" smtClean="0">
                <a:solidFill>
                  <a:srgbClr val="FF69B4"/>
                </a:solidFill>
              </a:rPr>
              <a:t>Gallery </a:t>
            </a:r>
          </a:p>
          <a:p>
            <a:r>
              <a:rPr lang="en-US" sz="3200" b="1" dirty="0" smtClean="0">
                <a:solidFill>
                  <a:srgbClr val="333333"/>
                </a:solidFill>
              </a:rPr>
              <a:t>Screenshots </a:t>
            </a:r>
            <a:r>
              <a:rPr lang="en-US" sz="3200" b="1" dirty="0" smtClean="0">
                <a:solidFill>
                  <a:srgbClr val="333333"/>
                </a:solidFill>
              </a:rPr>
              <a:t>from Fantasy Quest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AAAAA"/>
                </a:solidFill>
              </a:rPr>
              <a:t>[PLACEHOLDER: Intro Screen]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AAAAAA"/>
                </a:solidFill>
              </a:rPr>
              <a:t>Paste screenshot here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AAAAA"/>
                </a:solidFill>
              </a:rPr>
              <a:t>[PLACEHOLDER: Battle Screen]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AAAAAA"/>
                </a:solidFill>
              </a:rPr>
              <a:t>Paste screenshot here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5909" y="1176950"/>
            <a:ext cx="4264182" cy="3793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176950"/>
            <a:ext cx="4571999" cy="3793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56B3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3333"/>
                </a:solidFill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1199</Words>
  <Application>Microsoft Office PowerPoint</Application>
  <PresentationFormat>On-screen Show (16:9)</PresentationFormat>
  <Paragraphs>179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2</cp:revision>
  <dcterms:created xsi:type="dcterms:W3CDTF">2026-02-11T07:24:46Z</dcterms:created>
  <dcterms:modified xsi:type="dcterms:W3CDTF">2026-02-11T07:44:19Z</dcterms:modified>
</cp:coreProperties>
</file>